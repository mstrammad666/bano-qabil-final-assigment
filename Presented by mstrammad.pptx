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2449955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821073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689146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8B866F-8CF0-4A43-9560-766CC7E4CF46}"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24320296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8B866F-8CF0-4A43-9560-766CC7E4CF46}" type="datetimeFigureOut">
              <a:rPr lang="en-US" smtClean="0"/>
              <a:t>9/27/2025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366285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8B866F-8CF0-4A43-9560-766CC7E4CF46}" type="datetimeFigureOut">
              <a:rPr lang="en-US" smtClean="0"/>
              <a:t>9/27/2025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1224993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8B866F-8CF0-4A43-9560-766CC7E4CF46}" type="datetimeFigureOut">
              <a:rPr lang="en-US" smtClean="0"/>
              <a:t>9/27/2025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3685240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8B866F-8CF0-4A43-9560-766CC7E4CF46}"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1313308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8B866F-8CF0-4A43-9560-766CC7E4CF46}" type="datetimeFigureOut">
              <a:rPr lang="en-US" smtClean="0"/>
              <a:t>9/27/2025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3753885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988544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081618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533076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030483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3212945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262731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B866F-8CF0-4A43-9560-766CC7E4CF46}" type="datetimeFigureOut">
              <a:rPr lang="en-US" smtClean="0"/>
              <a:t>9/27/2025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36F68-F70D-4CD3-BD42-0204DAEACB36}" type="slidenum">
              <a:rPr lang="en-US" smtClean="0"/>
              <a:t>‹#›</a:t>
            </a:fld>
            <a:endParaRPr lang="en-US"/>
          </a:p>
        </p:txBody>
      </p:sp>
    </p:spTree>
    <p:extLst>
      <p:ext uri="{BB962C8B-B14F-4D97-AF65-F5344CB8AC3E}">
        <p14:creationId xmlns:p14="http://schemas.microsoft.com/office/powerpoint/2010/main" val="3918437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F8B866F-8CF0-4A43-9560-766CC7E4CF46}" type="datetimeFigureOut">
              <a:rPr lang="en-US" smtClean="0"/>
              <a:t>9/27/2025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6F636F68-F70D-4CD3-BD42-0204DAEACB36}" type="slidenum">
              <a:rPr lang="en-US" smtClean="0"/>
              <a:t>‹#›</a:t>
            </a:fld>
            <a:endParaRPr lang="en-US"/>
          </a:p>
        </p:txBody>
      </p:sp>
    </p:spTree>
    <p:extLst>
      <p:ext uri="{BB962C8B-B14F-4D97-AF65-F5344CB8AC3E}">
        <p14:creationId xmlns:p14="http://schemas.microsoft.com/office/powerpoint/2010/main" val="300089537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FD55-DDED-906D-35F9-B26276FDE761}"/>
              </a:ext>
            </a:extLst>
          </p:cNvPr>
          <p:cNvSpPr>
            <a:spLocks noGrp="1"/>
          </p:cNvSpPr>
          <p:nvPr>
            <p:ph type="ctrTitle"/>
          </p:nvPr>
        </p:nvSpPr>
        <p:spPr>
          <a:xfrm>
            <a:off x="1052623" y="478465"/>
            <a:ext cx="4848447" cy="935665"/>
          </a:xfrm>
        </p:spPr>
        <p:txBody>
          <a:bodyPr/>
          <a:lstStyle/>
          <a:p>
            <a:pPr algn="l"/>
            <a:r>
              <a:rPr lang="en-US" i="1" u="sng" dirty="0">
                <a:solidFill>
                  <a:schemeClr val="tx1"/>
                </a:solidFill>
                <a:effectLst>
                  <a:outerShdw blurRad="38100" dist="38100" dir="2700000" algn="tl">
                    <a:srgbClr val="000000">
                      <a:alpha val="43137"/>
                    </a:srgbClr>
                  </a:outerShdw>
                </a:effectLst>
              </a:rPr>
              <a:t>Presented by;</a:t>
            </a:r>
          </a:p>
        </p:txBody>
      </p:sp>
      <p:sp>
        <p:nvSpPr>
          <p:cNvPr id="3" name="Subtitle 2">
            <a:extLst>
              <a:ext uri="{FF2B5EF4-FFF2-40B4-BE49-F238E27FC236}">
                <a16:creationId xmlns:a16="http://schemas.microsoft.com/office/drawing/2014/main" id="{06A5F314-602D-1931-549E-9194D261068D}"/>
              </a:ext>
            </a:extLst>
          </p:cNvPr>
          <p:cNvSpPr>
            <a:spLocks noGrp="1"/>
          </p:cNvSpPr>
          <p:nvPr>
            <p:ph type="subTitle" idx="1"/>
          </p:nvPr>
        </p:nvSpPr>
        <p:spPr>
          <a:xfrm>
            <a:off x="5273749" y="1641880"/>
            <a:ext cx="5316278" cy="935664"/>
          </a:xfrm>
        </p:spPr>
        <p:txBody>
          <a:bodyPr>
            <a:normAutofit/>
          </a:bodyPr>
          <a:lstStyle/>
          <a:p>
            <a:pPr algn="l"/>
            <a:r>
              <a:rPr lang="en-US" sz="5400" i="1" u="sng" dirty="0" err="1">
                <a:solidFill>
                  <a:schemeClr val="tx1"/>
                </a:solidFill>
                <a:effectLst>
                  <a:outerShdw blurRad="38100" dist="38100" dir="2700000" algn="tl">
                    <a:srgbClr val="000000">
                      <a:alpha val="43137"/>
                    </a:srgbClr>
                  </a:outerShdw>
                </a:effectLst>
              </a:rPr>
              <a:t>Ammad.M.faisal</a:t>
            </a:r>
            <a:endParaRPr lang="en-US" sz="5400" i="1" u="sng" dirty="0">
              <a:solidFill>
                <a:schemeClr val="tx1"/>
              </a:solidFill>
              <a:effectLst>
                <a:outerShdw blurRad="38100" dist="38100" dir="2700000" algn="tl">
                  <a:srgbClr val="000000">
                    <a:alpha val="43137"/>
                  </a:srgbClr>
                </a:outerShdw>
              </a:effectLst>
            </a:endParaRPr>
          </a:p>
          <a:p>
            <a:pPr algn="l"/>
            <a:endParaRPr lang="en-US" sz="5400" dirty="0">
              <a:solidFill>
                <a:schemeClr val="tx1"/>
              </a:solidFill>
            </a:endParaRPr>
          </a:p>
        </p:txBody>
      </p:sp>
      <p:sp>
        <p:nvSpPr>
          <p:cNvPr id="4" name="TextBox 3">
            <a:extLst>
              <a:ext uri="{FF2B5EF4-FFF2-40B4-BE49-F238E27FC236}">
                <a16:creationId xmlns:a16="http://schemas.microsoft.com/office/drawing/2014/main" id="{E364566F-C8FE-5EAD-86E1-6D15052A2A34}"/>
              </a:ext>
            </a:extLst>
          </p:cNvPr>
          <p:cNvSpPr txBox="1"/>
          <p:nvPr/>
        </p:nvSpPr>
        <p:spPr>
          <a:xfrm>
            <a:off x="1052623" y="2817628"/>
            <a:ext cx="4221126" cy="923330"/>
          </a:xfrm>
          <a:prstGeom prst="rect">
            <a:avLst/>
          </a:prstGeom>
          <a:noFill/>
        </p:spPr>
        <p:txBody>
          <a:bodyPr wrap="square" rtlCol="0">
            <a:spAutoFit/>
          </a:bodyPr>
          <a:lstStyle/>
          <a:p>
            <a:r>
              <a:rPr lang="en-US" sz="5400" i="1" u="sng" dirty="0">
                <a:effectLst>
                  <a:outerShdw blurRad="38100" dist="38100" dir="2700000" algn="tl">
                    <a:srgbClr val="000000">
                      <a:alpha val="43137"/>
                    </a:srgbClr>
                  </a:outerShdw>
                </a:effectLst>
              </a:rPr>
              <a:t>TOPIC;</a:t>
            </a:r>
          </a:p>
        </p:txBody>
      </p:sp>
      <p:sp>
        <p:nvSpPr>
          <p:cNvPr id="5" name="TextBox 4">
            <a:extLst>
              <a:ext uri="{FF2B5EF4-FFF2-40B4-BE49-F238E27FC236}">
                <a16:creationId xmlns:a16="http://schemas.microsoft.com/office/drawing/2014/main" id="{BD9A9EA7-BD3B-22DB-28D2-5763C2623001}"/>
              </a:ext>
            </a:extLst>
          </p:cNvPr>
          <p:cNvSpPr txBox="1"/>
          <p:nvPr/>
        </p:nvSpPr>
        <p:spPr>
          <a:xfrm>
            <a:off x="3306726" y="3740958"/>
            <a:ext cx="6475228" cy="923330"/>
          </a:xfrm>
          <a:prstGeom prst="rect">
            <a:avLst/>
          </a:prstGeom>
          <a:noFill/>
        </p:spPr>
        <p:txBody>
          <a:bodyPr wrap="square" rtlCol="0">
            <a:spAutoFit/>
          </a:bodyPr>
          <a:lstStyle/>
          <a:p>
            <a:r>
              <a:rPr lang="en-US" sz="5400" i="1" u="sng" dirty="0">
                <a:effectLst>
                  <a:outerShdw blurRad="38100" dist="38100" dir="2700000" algn="tl">
                    <a:srgbClr val="000000">
                      <a:alpha val="43137"/>
                    </a:srgbClr>
                  </a:outerShdw>
                </a:effectLst>
              </a:rPr>
              <a:t>SELF PRESENTATION</a:t>
            </a:r>
          </a:p>
        </p:txBody>
      </p:sp>
    </p:spTree>
    <p:extLst>
      <p:ext uri="{BB962C8B-B14F-4D97-AF65-F5344CB8AC3E}">
        <p14:creationId xmlns:p14="http://schemas.microsoft.com/office/powerpoint/2010/main" val="2411664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7E409A-4C8C-F8CC-C487-D442197405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604" y="965475"/>
            <a:ext cx="8708065" cy="4927050"/>
          </a:xfrm>
          <a:prstGeom prst="roundRect">
            <a:avLst>
              <a:gd name="adj" fmla="val 4167"/>
            </a:avLst>
          </a:prstGeom>
          <a:solidFill>
            <a:srgbClr val="FFFFFF"/>
          </a:solidFill>
          <a:ln w="76200" cap="sq">
            <a:solidFill>
              <a:schemeClr val="tx1"/>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387516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38616-F388-5964-4582-2F179FACBBE0}"/>
              </a:ext>
            </a:extLst>
          </p:cNvPr>
          <p:cNvSpPr>
            <a:spLocks noGrp="1"/>
          </p:cNvSpPr>
          <p:nvPr>
            <p:ph type="title"/>
          </p:nvPr>
        </p:nvSpPr>
        <p:spPr>
          <a:xfrm>
            <a:off x="2626242" y="375684"/>
            <a:ext cx="6275618" cy="1320800"/>
          </a:xfrm>
        </p:spPr>
        <p:txBody>
          <a:bodyPr>
            <a:normAutofit/>
          </a:bodyPr>
          <a:lstStyle/>
          <a:p>
            <a:r>
              <a:rPr lang="en-US" sz="6000" i="1" u="sng" dirty="0">
                <a:solidFill>
                  <a:schemeClr val="tx1"/>
                </a:solidFill>
                <a:effectLst>
                  <a:outerShdw blurRad="38100" dist="38100" dir="2700000" algn="tl">
                    <a:srgbClr val="000000">
                      <a:alpha val="43137"/>
                    </a:srgbClr>
                  </a:outerShdw>
                </a:effectLst>
              </a:rPr>
              <a:t>INTRODUCTION</a:t>
            </a:r>
          </a:p>
        </p:txBody>
      </p:sp>
      <p:sp>
        <p:nvSpPr>
          <p:cNvPr id="3" name="Content Placeholder 2">
            <a:extLst>
              <a:ext uri="{FF2B5EF4-FFF2-40B4-BE49-F238E27FC236}">
                <a16:creationId xmlns:a16="http://schemas.microsoft.com/office/drawing/2014/main" id="{A26119CC-8F11-A219-F2B9-1EC1F5AD073A}"/>
              </a:ext>
            </a:extLst>
          </p:cNvPr>
          <p:cNvSpPr>
            <a:spLocks noGrp="1"/>
          </p:cNvSpPr>
          <p:nvPr>
            <p:ph idx="1"/>
          </p:nvPr>
        </p:nvSpPr>
        <p:spPr>
          <a:xfrm>
            <a:off x="0" y="1540565"/>
            <a:ext cx="10249786" cy="2852531"/>
          </a:xfrm>
          <a:solidFill>
            <a:schemeClr val="bg1"/>
          </a:solidFill>
        </p:spPr>
        <p:txBody>
          <a:bodyPr>
            <a:normAutofit/>
          </a:bodyPr>
          <a:lstStyle/>
          <a:p>
            <a:pPr algn="ctr"/>
            <a:r>
              <a:rPr lang="en-US" sz="4000" b="1" i="1" u="sng" dirty="0">
                <a:effectLst>
                  <a:outerShdw blurRad="38100" dist="38100" dir="2700000" algn="tl">
                    <a:srgbClr val="000000">
                      <a:alpha val="43137"/>
                    </a:srgbClr>
                  </a:outerShdw>
                </a:effectLst>
              </a:rPr>
              <a:t>HELLO EVERYONE </a:t>
            </a:r>
          </a:p>
          <a:p>
            <a:pPr algn="just"/>
            <a:r>
              <a:rPr lang="en-US" sz="3200" b="1" i="1" dirty="0"/>
              <a:t>MY NAME IS AMMAD M,FAISAL I AM FROM KARACHI </a:t>
            </a:r>
            <a:r>
              <a:rPr lang="en-US" sz="3000" b="1" i="1" dirty="0"/>
              <a:t>AND</a:t>
            </a:r>
            <a:r>
              <a:rPr lang="en-US" sz="3200" b="1" i="1" dirty="0"/>
              <a:t> CURRENT STUDY IN CLASS 10</a:t>
            </a:r>
            <a:r>
              <a:rPr lang="en-US" sz="3200" b="1" i="1" baseline="30000" dirty="0"/>
              <a:t>TH</a:t>
            </a:r>
            <a:r>
              <a:rPr lang="en-US" sz="3200" b="1" i="1" dirty="0"/>
              <a:t> GRADE IN COMPUTER SCIENCE.TODAY I AM DISCUSS ABOUT MY SELF INTRODUCTION.</a:t>
            </a:r>
          </a:p>
          <a:p>
            <a:endParaRPr lang="en-US" sz="3200" b="1" i="1" dirty="0"/>
          </a:p>
        </p:txBody>
      </p:sp>
      <p:pic>
        <p:nvPicPr>
          <p:cNvPr id="5" name="Picture 4">
            <a:extLst>
              <a:ext uri="{FF2B5EF4-FFF2-40B4-BE49-F238E27FC236}">
                <a16:creationId xmlns:a16="http://schemas.microsoft.com/office/drawing/2014/main" id="{64B1B762-CFA6-C69E-462F-BB4CC7E23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898" y="4393096"/>
            <a:ext cx="6974957" cy="2385459"/>
          </a:xfrm>
          <a:prstGeom prst="rect">
            <a:avLst/>
          </a:prstGeom>
        </p:spPr>
      </p:pic>
    </p:spTree>
    <p:extLst>
      <p:ext uri="{BB962C8B-B14F-4D97-AF65-F5344CB8AC3E}">
        <p14:creationId xmlns:p14="http://schemas.microsoft.com/office/powerpoint/2010/main" val="1593649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2BE8-EC6E-65DE-4B53-0AB965BAF54A}"/>
              </a:ext>
            </a:extLst>
          </p:cNvPr>
          <p:cNvSpPr>
            <a:spLocks noGrp="1"/>
          </p:cNvSpPr>
          <p:nvPr>
            <p:ph type="title"/>
          </p:nvPr>
        </p:nvSpPr>
        <p:spPr>
          <a:xfrm>
            <a:off x="1488558" y="609600"/>
            <a:ext cx="7785444" cy="1320800"/>
          </a:xfrm>
        </p:spPr>
        <p:txBody>
          <a:bodyPr>
            <a:normAutofit/>
          </a:bodyPr>
          <a:lstStyle/>
          <a:p>
            <a:r>
              <a:rPr lang="en-US" sz="6000" b="1" i="1" u="sng" dirty="0">
                <a:solidFill>
                  <a:schemeClr val="tx1"/>
                </a:solidFill>
                <a:effectLst>
                  <a:outerShdw blurRad="38100" dist="38100" dir="2700000" algn="tl">
                    <a:srgbClr val="000000">
                      <a:alpha val="43137"/>
                    </a:srgbClr>
                  </a:outerShdw>
                </a:effectLst>
              </a:rPr>
              <a:t>Personality Traits </a:t>
            </a:r>
          </a:p>
        </p:txBody>
      </p:sp>
      <p:sp>
        <p:nvSpPr>
          <p:cNvPr id="3" name="Content Placeholder 2">
            <a:extLst>
              <a:ext uri="{FF2B5EF4-FFF2-40B4-BE49-F238E27FC236}">
                <a16:creationId xmlns:a16="http://schemas.microsoft.com/office/drawing/2014/main" id="{17518986-7CC0-5343-1F58-6DFD106529C8}"/>
              </a:ext>
            </a:extLst>
          </p:cNvPr>
          <p:cNvSpPr>
            <a:spLocks noGrp="1"/>
          </p:cNvSpPr>
          <p:nvPr>
            <p:ph idx="1"/>
          </p:nvPr>
        </p:nvSpPr>
        <p:spPr>
          <a:xfrm>
            <a:off x="159489" y="1930401"/>
            <a:ext cx="10037134" cy="2567171"/>
          </a:xfrm>
        </p:spPr>
        <p:txBody>
          <a:bodyPr>
            <a:noAutofit/>
          </a:bodyPr>
          <a:lstStyle/>
          <a:p>
            <a:pPr marL="0" indent="0" algn="just">
              <a:buNone/>
            </a:pPr>
            <a:r>
              <a:rPr lang="en-US" sz="3200" b="1" i="1" dirty="0"/>
              <a:t>My personality traits are that I am friendly, honest, and hard worker. I like to help others and learn new things every day. Some times I am shy, but I try to speak with confidence. I believe good traits make a person successful.</a:t>
            </a:r>
          </a:p>
        </p:txBody>
      </p:sp>
      <p:pic>
        <p:nvPicPr>
          <p:cNvPr id="6" name="Picture 5">
            <a:extLst>
              <a:ext uri="{FF2B5EF4-FFF2-40B4-BE49-F238E27FC236}">
                <a16:creationId xmlns:a16="http://schemas.microsoft.com/office/drawing/2014/main" id="{8AD97609-B3B4-A4C2-EBA8-718C539A6D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8112" y="4593265"/>
            <a:ext cx="4767970" cy="2264736"/>
          </a:xfrm>
          <a:prstGeom prst="rect">
            <a:avLst/>
          </a:prstGeom>
        </p:spPr>
      </p:pic>
    </p:spTree>
    <p:extLst>
      <p:ext uri="{BB962C8B-B14F-4D97-AF65-F5344CB8AC3E}">
        <p14:creationId xmlns:p14="http://schemas.microsoft.com/office/powerpoint/2010/main" val="1990145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A723-8549-5EA5-AF71-9A43BDA0605A}"/>
              </a:ext>
            </a:extLst>
          </p:cNvPr>
          <p:cNvSpPr>
            <a:spLocks noGrp="1"/>
          </p:cNvSpPr>
          <p:nvPr>
            <p:ph type="title"/>
          </p:nvPr>
        </p:nvSpPr>
        <p:spPr/>
        <p:txBody>
          <a:bodyPr>
            <a:normAutofit/>
          </a:bodyPr>
          <a:lstStyle/>
          <a:p>
            <a:r>
              <a:rPr lang="en-US" sz="6000" i="1" u="sng" dirty="0">
                <a:solidFill>
                  <a:schemeClr val="tx1"/>
                </a:solidFill>
                <a:effectLst>
                  <a:outerShdw blurRad="38100" dist="38100" dir="2700000" algn="tl">
                    <a:srgbClr val="000000">
                      <a:alpha val="43137"/>
                    </a:srgbClr>
                  </a:outerShdw>
                </a:effectLst>
              </a:rPr>
              <a:t>HOBBIES AND INTERESTS</a:t>
            </a:r>
          </a:p>
        </p:txBody>
      </p:sp>
      <p:sp>
        <p:nvSpPr>
          <p:cNvPr id="3" name="Content Placeholder 2">
            <a:extLst>
              <a:ext uri="{FF2B5EF4-FFF2-40B4-BE49-F238E27FC236}">
                <a16:creationId xmlns:a16="http://schemas.microsoft.com/office/drawing/2014/main" id="{69D5EDB4-CB75-8AF7-3256-92611BF22127}"/>
              </a:ext>
            </a:extLst>
          </p:cNvPr>
          <p:cNvSpPr>
            <a:spLocks noGrp="1"/>
          </p:cNvSpPr>
          <p:nvPr>
            <p:ph idx="1"/>
          </p:nvPr>
        </p:nvSpPr>
        <p:spPr>
          <a:xfrm>
            <a:off x="159488" y="2073350"/>
            <a:ext cx="10207256" cy="2854251"/>
          </a:xfrm>
        </p:spPr>
        <p:txBody>
          <a:bodyPr>
            <a:normAutofit fontScale="92500" lnSpcReduction="10000"/>
          </a:bodyPr>
          <a:lstStyle/>
          <a:p>
            <a:pPr algn="just"/>
            <a:r>
              <a:rPr lang="en-US" sz="3500" b="1" i="1" dirty="0"/>
              <a:t>My hobbies are reading books, playing cricket. I also </a:t>
            </a:r>
            <a:r>
              <a:rPr lang="en-US" sz="3200" b="1" i="1" dirty="0"/>
              <a:t>enjoy</a:t>
            </a:r>
            <a:r>
              <a:rPr lang="en-US" sz="3500" b="1" i="1" dirty="0"/>
              <a:t> listening to music in my free time. One of my special interests is learning about computers and new technology. These hobbies and interests make me happy and help me learn new skills.</a:t>
            </a:r>
          </a:p>
          <a:p>
            <a:pPr marL="0" indent="0" algn="just">
              <a:buNone/>
            </a:pPr>
            <a:endParaRPr lang="en-US" sz="3200" b="1" i="1" dirty="0"/>
          </a:p>
        </p:txBody>
      </p:sp>
    </p:spTree>
    <p:extLst>
      <p:ext uri="{BB962C8B-B14F-4D97-AF65-F5344CB8AC3E}">
        <p14:creationId xmlns:p14="http://schemas.microsoft.com/office/powerpoint/2010/main" val="3948222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F7D48-0287-5000-5489-C74943E606FF}"/>
              </a:ext>
            </a:extLst>
          </p:cNvPr>
          <p:cNvSpPr>
            <a:spLocks noGrp="1"/>
          </p:cNvSpPr>
          <p:nvPr>
            <p:ph type="title"/>
          </p:nvPr>
        </p:nvSpPr>
        <p:spPr>
          <a:xfrm>
            <a:off x="677334" y="609600"/>
            <a:ext cx="9200314" cy="1091609"/>
          </a:xfrm>
        </p:spPr>
        <p:txBody>
          <a:bodyPr>
            <a:normAutofit fontScale="90000"/>
          </a:bodyPr>
          <a:lstStyle/>
          <a:p>
            <a:r>
              <a:rPr lang="en-US" sz="5400" b="1" i="1" u="sng" dirty="0">
                <a:solidFill>
                  <a:schemeClr val="tx1"/>
                </a:solidFill>
                <a:effectLst>
                  <a:outerShdw blurRad="38100" dist="38100" dir="2700000" algn="tl">
                    <a:srgbClr val="000000">
                      <a:alpha val="43137"/>
                    </a:srgbClr>
                  </a:outerShdw>
                </a:effectLst>
                <a:latin typeface="+mn-lt"/>
              </a:rPr>
              <a:t>PERSONALITY ACHIEVEMENTS</a:t>
            </a:r>
            <a:endParaRPr lang="en-US" sz="5400" b="1" dirty="0">
              <a:effectLst>
                <a:outerShdw blurRad="38100" dist="38100" dir="2700000" algn="tl">
                  <a:srgbClr val="000000">
                    <a:alpha val="43137"/>
                  </a:srgbClr>
                </a:outerShdw>
              </a:effectLst>
              <a:latin typeface="+mn-lt"/>
            </a:endParaRPr>
          </a:p>
        </p:txBody>
      </p:sp>
      <p:sp>
        <p:nvSpPr>
          <p:cNvPr id="3" name="Content Placeholder 2">
            <a:extLst>
              <a:ext uri="{FF2B5EF4-FFF2-40B4-BE49-F238E27FC236}">
                <a16:creationId xmlns:a16="http://schemas.microsoft.com/office/drawing/2014/main" id="{5C9C6480-D01F-9DA6-E3FE-1D5A9E40349D}"/>
              </a:ext>
            </a:extLst>
          </p:cNvPr>
          <p:cNvSpPr>
            <a:spLocks noGrp="1"/>
          </p:cNvSpPr>
          <p:nvPr>
            <p:ph idx="1"/>
          </p:nvPr>
        </p:nvSpPr>
        <p:spPr>
          <a:xfrm>
            <a:off x="170122" y="1701210"/>
            <a:ext cx="10345478" cy="3235287"/>
          </a:xfrm>
        </p:spPr>
        <p:txBody>
          <a:bodyPr>
            <a:normAutofit lnSpcReduction="10000"/>
          </a:bodyPr>
          <a:lstStyle/>
          <a:p>
            <a:pPr marL="0" indent="0" algn="just">
              <a:buNone/>
            </a:pPr>
            <a:r>
              <a:rPr lang="en-US" sz="3000" b="1" i="1" dirty="0"/>
              <a:t>I got positions in my class from grade “1 to grade 6” .I always take part in school competitions and sometimes win prize. I have improved my English speaking and reading skill. I represented my class in debates and quiz program. I learned how to use computers and make presentations. I try to help my classmates in studies, which is also my small achievement .</a:t>
            </a:r>
          </a:p>
        </p:txBody>
      </p:sp>
      <p:pic>
        <p:nvPicPr>
          <p:cNvPr id="5" name="Picture 4" descr="A person standing on a trophy">
            <a:extLst>
              <a:ext uri="{FF2B5EF4-FFF2-40B4-BE49-F238E27FC236}">
                <a16:creationId xmlns:a16="http://schemas.microsoft.com/office/drawing/2014/main" id="{F3F5B935-C802-8A17-B613-AAD6E3F23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7838" y="4936497"/>
            <a:ext cx="5370106" cy="1772647"/>
          </a:xfrm>
          <a:prstGeom prst="rect">
            <a:avLst/>
          </a:prstGeom>
        </p:spPr>
      </p:pic>
    </p:spTree>
    <p:extLst>
      <p:ext uri="{BB962C8B-B14F-4D97-AF65-F5344CB8AC3E}">
        <p14:creationId xmlns:p14="http://schemas.microsoft.com/office/powerpoint/2010/main" val="13416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DE84-4A75-C3F9-F4B5-392DE562EC33}"/>
              </a:ext>
            </a:extLst>
          </p:cNvPr>
          <p:cNvSpPr>
            <a:spLocks noGrp="1"/>
          </p:cNvSpPr>
          <p:nvPr>
            <p:ph type="title"/>
          </p:nvPr>
        </p:nvSpPr>
        <p:spPr>
          <a:xfrm>
            <a:off x="244550" y="609600"/>
            <a:ext cx="10239152" cy="1112874"/>
          </a:xfrm>
        </p:spPr>
        <p:txBody>
          <a:bodyPr>
            <a:noAutofit/>
          </a:bodyPr>
          <a:lstStyle/>
          <a:p>
            <a:r>
              <a:rPr lang="en-US" sz="5400" i="1" u="sng" dirty="0">
                <a:solidFill>
                  <a:schemeClr val="tx1"/>
                </a:solidFill>
                <a:effectLst>
                  <a:outerShdw blurRad="38100" dist="38100" dir="2700000" algn="tl">
                    <a:srgbClr val="000000">
                      <a:alpha val="43137"/>
                    </a:srgbClr>
                  </a:outerShdw>
                </a:effectLst>
              </a:rPr>
              <a:t>SKILLS LEARNED IN THIS COURSE</a:t>
            </a:r>
            <a:endParaRPr lang="en-US" sz="5400"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38E1652-F0F0-1D39-0216-78722138C754}"/>
              </a:ext>
            </a:extLst>
          </p:cNvPr>
          <p:cNvSpPr>
            <a:spLocks noGrp="1"/>
          </p:cNvSpPr>
          <p:nvPr>
            <p:ph idx="1"/>
          </p:nvPr>
        </p:nvSpPr>
        <p:spPr>
          <a:xfrm>
            <a:off x="116960" y="1871331"/>
            <a:ext cx="10473068" cy="2977116"/>
          </a:xfrm>
        </p:spPr>
        <p:txBody>
          <a:bodyPr>
            <a:normAutofit/>
          </a:bodyPr>
          <a:lstStyle/>
          <a:p>
            <a:pPr algn="just"/>
            <a:r>
              <a:rPr lang="en-US" sz="3000" b="1" i="1" dirty="0"/>
              <a:t>In this course, I have learned important computer skill. I can use MS Office (Word, Excel, PowerPoint, Access).I also learned the basics of Networking like LAN and WAN. In addition, I improved my typing speed and learned to make simple presentation. These skills will help me in my studies and future career.</a:t>
            </a:r>
          </a:p>
          <a:p>
            <a:pPr algn="just"/>
            <a:endParaRPr lang="en-US" sz="3000" b="1" i="1" dirty="0"/>
          </a:p>
        </p:txBody>
      </p:sp>
      <p:pic>
        <p:nvPicPr>
          <p:cNvPr id="5" name="Picture 4" descr="A person using a computer">
            <a:extLst>
              <a:ext uri="{FF2B5EF4-FFF2-40B4-BE49-F238E27FC236}">
                <a16:creationId xmlns:a16="http://schemas.microsoft.com/office/drawing/2014/main" id="{8BEDD259-5B28-6250-640C-41537D5C7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752" y="4848448"/>
            <a:ext cx="4072271" cy="1737760"/>
          </a:xfrm>
          <a:prstGeom prst="rect">
            <a:avLst/>
          </a:prstGeom>
        </p:spPr>
      </p:pic>
    </p:spTree>
    <p:extLst>
      <p:ext uri="{BB962C8B-B14F-4D97-AF65-F5344CB8AC3E}">
        <p14:creationId xmlns:p14="http://schemas.microsoft.com/office/powerpoint/2010/main" val="305045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75D-3F89-EE06-AFDA-13244DB11259}"/>
              </a:ext>
            </a:extLst>
          </p:cNvPr>
          <p:cNvSpPr>
            <a:spLocks noGrp="1"/>
          </p:cNvSpPr>
          <p:nvPr>
            <p:ph type="title"/>
          </p:nvPr>
        </p:nvSpPr>
        <p:spPr>
          <a:xfrm>
            <a:off x="1584250" y="609600"/>
            <a:ext cx="7689751" cy="1320800"/>
          </a:xfrm>
        </p:spPr>
        <p:txBody>
          <a:bodyPr>
            <a:normAutofit/>
          </a:bodyPr>
          <a:lstStyle/>
          <a:p>
            <a:r>
              <a:rPr lang="en-US" sz="6000" b="1" i="1" dirty="0">
                <a:solidFill>
                  <a:schemeClr val="tx1"/>
                </a:solidFill>
                <a:effectLst>
                  <a:outerShdw blurRad="38100" dist="38100" dir="2700000" algn="tl">
                    <a:srgbClr val="000000">
                      <a:alpha val="43137"/>
                    </a:srgbClr>
                  </a:outerShdw>
                </a:effectLst>
              </a:rPr>
              <a:t>FAVORITE TOPIC;</a:t>
            </a:r>
            <a:endParaRPr lang="en-US" sz="6000" b="1" i="1"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DF39ECBA-1242-9009-8350-6414A7502F0E}"/>
              </a:ext>
            </a:extLst>
          </p:cNvPr>
          <p:cNvSpPr>
            <a:spLocks noGrp="1"/>
          </p:cNvSpPr>
          <p:nvPr>
            <p:ph idx="1"/>
          </p:nvPr>
        </p:nvSpPr>
        <p:spPr>
          <a:xfrm>
            <a:off x="202020" y="1573619"/>
            <a:ext cx="9590566" cy="2913322"/>
          </a:xfrm>
        </p:spPr>
        <p:txBody>
          <a:bodyPr>
            <a:normAutofit/>
          </a:bodyPr>
          <a:lstStyle/>
          <a:p>
            <a:pPr algn="just"/>
            <a:r>
              <a:rPr lang="en-US" sz="3000" b="1" i="1" dirty="0"/>
              <a:t>My favorite topic is Graphic Designer. A graphic designer is a creative person who makes designs with the help of a computer. They create logos, posters, advertisements, and social media posts. Graphic design is a way of communicating ideas through colors, shapes, and pictures.</a:t>
            </a:r>
          </a:p>
        </p:txBody>
      </p:sp>
      <p:pic>
        <p:nvPicPr>
          <p:cNvPr id="5" name="Picture 4" descr="A person sitting at a desk writing on a piece of paper">
            <a:extLst>
              <a:ext uri="{FF2B5EF4-FFF2-40B4-BE49-F238E27FC236}">
                <a16:creationId xmlns:a16="http://schemas.microsoft.com/office/drawing/2014/main" id="{9C429310-78FE-FB5F-FCCB-55C2763BB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5433" y="4486941"/>
            <a:ext cx="4274287" cy="1826424"/>
          </a:xfrm>
          <a:prstGeom prst="rect">
            <a:avLst/>
          </a:prstGeom>
        </p:spPr>
      </p:pic>
    </p:spTree>
    <p:extLst>
      <p:ext uri="{BB962C8B-B14F-4D97-AF65-F5344CB8AC3E}">
        <p14:creationId xmlns:p14="http://schemas.microsoft.com/office/powerpoint/2010/main" val="1112118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950E3-F907-AAA8-5897-1984548B2C6B}"/>
              </a:ext>
            </a:extLst>
          </p:cNvPr>
          <p:cNvSpPr>
            <a:spLocks noGrp="1"/>
          </p:cNvSpPr>
          <p:nvPr>
            <p:ph type="title"/>
          </p:nvPr>
        </p:nvSpPr>
        <p:spPr>
          <a:xfrm>
            <a:off x="677333" y="609600"/>
            <a:ext cx="9370433" cy="1320800"/>
          </a:xfrm>
        </p:spPr>
        <p:txBody>
          <a:bodyPr>
            <a:noAutofit/>
          </a:bodyPr>
          <a:lstStyle/>
          <a:p>
            <a:r>
              <a:rPr lang="en-US" sz="6000" i="1" u="sng" dirty="0">
                <a:solidFill>
                  <a:schemeClr val="tx1"/>
                </a:solidFill>
                <a:effectLst>
                  <a:outerShdw blurRad="38100" dist="38100" dir="2700000" algn="tl">
                    <a:srgbClr val="000000">
                      <a:alpha val="43137"/>
                    </a:srgbClr>
                  </a:outerShdw>
                </a:effectLst>
              </a:rPr>
              <a:t>STRENGHTS</a:t>
            </a:r>
            <a:r>
              <a:rPr lang="en-US" sz="5400" i="1" u="sng" dirty="0">
                <a:solidFill>
                  <a:schemeClr val="tx1"/>
                </a:solidFill>
                <a:effectLst>
                  <a:outerShdw blurRad="38100" dist="38100" dir="2700000" algn="tl">
                    <a:srgbClr val="000000">
                      <a:alpha val="43137"/>
                    </a:srgbClr>
                  </a:outerShdw>
                </a:effectLst>
              </a:rPr>
              <a:t> AND WEAKNESS</a:t>
            </a:r>
          </a:p>
        </p:txBody>
      </p:sp>
      <p:sp>
        <p:nvSpPr>
          <p:cNvPr id="3" name="Content Placeholder 2">
            <a:extLst>
              <a:ext uri="{FF2B5EF4-FFF2-40B4-BE49-F238E27FC236}">
                <a16:creationId xmlns:a16="http://schemas.microsoft.com/office/drawing/2014/main" id="{190D76E2-DA31-4F7D-37BD-0156F6318894}"/>
              </a:ext>
            </a:extLst>
          </p:cNvPr>
          <p:cNvSpPr>
            <a:spLocks noGrp="1"/>
          </p:cNvSpPr>
          <p:nvPr>
            <p:ph idx="1"/>
          </p:nvPr>
        </p:nvSpPr>
        <p:spPr>
          <a:xfrm>
            <a:off x="677333" y="1634438"/>
            <a:ext cx="10135978" cy="4401311"/>
          </a:xfrm>
        </p:spPr>
        <p:txBody>
          <a:bodyPr>
            <a:normAutofit fontScale="62500" lnSpcReduction="20000"/>
          </a:bodyPr>
          <a:lstStyle/>
          <a:p>
            <a:pPr algn="just"/>
            <a:r>
              <a:rPr lang="en-US" sz="4600" b="1" i="1" u="sng" dirty="0"/>
              <a:t>STRNGHTS;</a:t>
            </a:r>
          </a:p>
          <a:p>
            <a:pPr algn="just"/>
            <a:r>
              <a:rPr lang="en-US" b="1" i="1" dirty="0"/>
              <a:t>                  </a:t>
            </a:r>
            <a:r>
              <a:rPr lang="en-US" sz="4300" b="1" i="1" dirty="0"/>
              <a:t>My strengths are that I am hardworking, friendly, and always ready to learn new things. I try to help my classmates and complete my homework on time.</a:t>
            </a:r>
          </a:p>
          <a:p>
            <a:pPr algn="just"/>
            <a:r>
              <a:rPr lang="en-US" sz="4600" b="1" i="1" u="sng" dirty="0"/>
              <a:t>WEAKNESS;</a:t>
            </a:r>
          </a:p>
          <a:p>
            <a:pPr algn="just"/>
            <a:r>
              <a:rPr lang="en-US" sz="3200" b="1" i="1" dirty="0"/>
              <a:t>                   </a:t>
            </a:r>
            <a:r>
              <a:rPr lang="en-US" sz="5500" i="1" dirty="0"/>
              <a:t>My weaknesses are that sometimes I feel shy to speak in front of the class.</a:t>
            </a:r>
          </a:p>
          <a:p>
            <a:pPr algn="just"/>
            <a:r>
              <a:rPr lang="en-US" sz="5500" i="1" dirty="0"/>
              <a:t>I also need to improve my time management and handwriting</a:t>
            </a:r>
            <a:r>
              <a:rPr lang="en-US" sz="3200" i="1" dirty="0"/>
              <a:t>.</a:t>
            </a:r>
          </a:p>
          <a:p>
            <a:pPr algn="just"/>
            <a:endParaRPr lang="en-US" dirty="0"/>
          </a:p>
        </p:txBody>
      </p:sp>
    </p:spTree>
    <p:extLst>
      <p:ext uri="{BB962C8B-B14F-4D97-AF65-F5344CB8AC3E}">
        <p14:creationId xmlns:p14="http://schemas.microsoft.com/office/powerpoint/2010/main" val="2917900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96027-DF17-D279-CFCC-CD53212661E7}"/>
              </a:ext>
            </a:extLst>
          </p:cNvPr>
          <p:cNvSpPr>
            <a:spLocks noGrp="1"/>
          </p:cNvSpPr>
          <p:nvPr>
            <p:ph type="title"/>
          </p:nvPr>
        </p:nvSpPr>
        <p:spPr/>
        <p:txBody>
          <a:bodyPr>
            <a:normAutofit/>
          </a:bodyPr>
          <a:lstStyle/>
          <a:p>
            <a:pPr algn="ctr"/>
            <a:r>
              <a:rPr lang="en-US" sz="6000" b="1" i="1" u="sng" dirty="0">
                <a:solidFill>
                  <a:schemeClr val="tx1"/>
                </a:solidFill>
                <a:effectLst>
                  <a:outerShdw blurRad="38100" dist="38100" dir="2700000" algn="tl">
                    <a:srgbClr val="000000">
                      <a:alpha val="43137"/>
                    </a:srgbClr>
                  </a:outerShdw>
                </a:effectLst>
              </a:rPr>
              <a:t>FUTURE GOALS</a:t>
            </a:r>
            <a:r>
              <a:rPr lang="en-US" sz="5400" b="1" i="1" u="sng" dirty="0">
                <a:solidFill>
                  <a:schemeClr val="tx1"/>
                </a:solidFill>
                <a:effectLst>
                  <a:outerShdw blurRad="38100" dist="38100" dir="2700000" algn="tl">
                    <a:srgbClr val="000000">
                      <a:alpha val="43137"/>
                    </a:srgbClr>
                  </a:outerShdw>
                </a:effectLst>
              </a:rPr>
              <a:t>;</a:t>
            </a:r>
            <a:endParaRPr lang="en-US" sz="5400" b="1" i="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83A3342-84F4-2B7D-5415-223FCDF8EE13}"/>
              </a:ext>
            </a:extLst>
          </p:cNvPr>
          <p:cNvSpPr>
            <a:spLocks noGrp="1"/>
          </p:cNvSpPr>
          <p:nvPr>
            <p:ph idx="1"/>
          </p:nvPr>
        </p:nvSpPr>
        <p:spPr>
          <a:xfrm>
            <a:off x="0" y="1828799"/>
            <a:ext cx="10494335" cy="2732567"/>
          </a:xfrm>
        </p:spPr>
        <p:txBody>
          <a:bodyPr>
            <a:normAutofit fontScale="92500" lnSpcReduction="20000"/>
          </a:bodyPr>
          <a:lstStyle/>
          <a:p>
            <a:pPr algn="just"/>
            <a:r>
              <a:rPr lang="en-US" sz="3200" b="1" i="1" dirty="0"/>
              <a:t> My future goal is to become a good computer expert. I want to learn programming and create useful software In the future, I also want to work in the field of Artificial Intelligence I will try to use my computer knowledge to help people and solve real problems My dream is to make my parents proud and build a successful career in technology.</a:t>
            </a:r>
          </a:p>
        </p:txBody>
      </p:sp>
      <p:pic>
        <p:nvPicPr>
          <p:cNvPr id="5" name="Picture 4">
            <a:extLst>
              <a:ext uri="{FF2B5EF4-FFF2-40B4-BE49-F238E27FC236}">
                <a16:creationId xmlns:a16="http://schemas.microsoft.com/office/drawing/2014/main" id="{32340A96-41CD-4C84-7C8E-025C2599E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4949" y="4561367"/>
            <a:ext cx="5378582" cy="2041453"/>
          </a:xfrm>
          <a:prstGeom prst="rect">
            <a:avLst/>
          </a:prstGeom>
        </p:spPr>
      </p:pic>
    </p:spTree>
    <p:extLst>
      <p:ext uri="{BB962C8B-B14F-4D97-AF65-F5344CB8AC3E}">
        <p14:creationId xmlns:p14="http://schemas.microsoft.com/office/powerpoint/2010/main" val="2495946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B77AF-99D5-810A-F846-BBFC8BDFC32E}"/>
              </a:ext>
            </a:extLst>
          </p:cNvPr>
          <p:cNvSpPr>
            <a:spLocks noGrp="1"/>
          </p:cNvSpPr>
          <p:nvPr>
            <p:ph idx="1"/>
          </p:nvPr>
        </p:nvSpPr>
        <p:spPr>
          <a:xfrm>
            <a:off x="677334" y="1945759"/>
            <a:ext cx="8596668" cy="2923953"/>
          </a:xfrm>
        </p:spPr>
        <p:txBody>
          <a:bodyPr>
            <a:normAutofit/>
          </a:bodyPr>
          <a:lstStyle/>
          <a:p>
            <a:pPr marL="0" indent="0" algn="just">
              <a:buNone/>
            </a:pPr>
            <a:r>
              <a:rPr lang="en-US" sz="3000" b="1" i="1" dirty="0"/>
              <a:t>My inspiration is my </a:t>
            </a:r>
            <a:r>
              <a:rPr lang="en-US" sz="3000" b="1" i="1" dirty="0" err="1"/>
              <a:t>teacher.He</a:t>
            </a:r>
            <a:r>
              <a:rPr lang="en-US" sz="3000" b="1" i="1" dirty="0"/>
              <a:t>/She always guides me to work hard and never give </a:t>
            </a:r>
            <a:r>
              <a:rPr lang="en-US" sz="3000" b="1" i="1" dirty="0" err="1"/>
              <a:t>up.I</a:t>
            </a:r>
            <a:r>
              <a:rPr lang="en-US" sz="3000" b="1" i="1" dirty="0"/>
              <a:t> learn discipline, honesty, and kindness from my </a:t>
            </a:r>
            <a:r>
              <a:rPr lang="en-US" sz="3000" b="1" i="1" dirty="0" err="1"/>
              <a:t>teacher.This</a:t>
            </a:r>
            <a:r>
              <a:rPr lang="en-US" sz="3000" b="1" i="1" dirty="0"/>
              <a:t> inspires me to study well and achieve my </a:t>
            </a:r>
            <a:r>
              <a:rPr lang="en-US" sz="3000" b="1" i="1" dirty="0" err="1"/>
              <a:t>goals.I</a:t>
            </a:r>
            <a:r>
              <a:rPr lang="en-US" sz="3000" b="1" i="1" dirty="0"/>
              <a:t> believe good teachers are a light for students.</a:t>
            </a:r>
          </a:p>
        </p:txBody>
      </p:sp>
      <p:sp>
        <p:nvSpPr>
          <p:cNvPr id="6" name="Title 5">
            <a:extLst>
              <a:ext uri="{FF2B5EF4-FFF2-40B4-BE49-F238E27FC236}">
                <a16:creationId xmlns:a16="http://schemas.microsoft.com/office/drawing/2014/main" id="{E02C59AA-57DE-448D-13AD-489CB1329716}"/>
              </a:ext>
            </a:extLst>
          </p:cNvPr>
          <p:cNvSpPr txBox="1">
            <a:spLocks noGrp="1"/>
          </p:cNvSpPr>
          <p:nvPr>
            <p:ph type="title"/>
          </p:nvPr>
        </p:nvSpPr>
        <p:spPr>
          <a:xfrm>
            <a:off x="677863" y="609600"/>
            <a:ext cx="8596312" cy="1015663"/>
          </a:xfrm>
          <a:prstGeom prst="rect">
            <a:avLst/>
          </a:prstGeom>
          <a:noFill/>
        </p:spPr>
        <p:txBody>
          <a:bodyPr wrap="square">
            <a:spAutoFit/>
          </a:bodyPr>
          <a:lstStyle/>
          <a:p>
            <a:pPr algn="ctr"/>
            <a:r>
              <a:rPr lang="en-US" sz="6000" b="1" i="1" u="sng" dirty="0">
                <a:solidFill>
                  <a:schemeClr val="tx1"/>
                </a:solidFill>
                <a:effectLst>
                  <a:outerShdw blurRad="38100" dist="38100" dir="2700000" algn="tl">
                    <a:srgbClr val="000000">
                      <a:alpha val="43137"/>
                    </a:srgbClr>
                  </a:outerShdw>
                </a:effectLst>
              </a:rPr>
              <a:t>INSPIRATION</a:t>
            </a:r>
            <a:r>
              <a:rPr lang="en-US" sz="5400" b="1" i="1" u="sng" dirty="0">
                <a:solidFill>
                  <a:schemeClr val="tx1"/>
                </a:solidFill>
                <a:effectLst>
                  <a:outerShdw blurRad="38100" dist="38100" dir="2700000" algn="tl">
                    <a:srgbClr val="000000">
                      <a:alpha val="43137"/>
                    </a:srgbClr>
                  </a:outerShdw>
                </a:effectLst>
              </a:rPr>
              <a:t>;</a:t>
            </a:r>
            <a:endParaRPr lang="en-US" sz="5400" b="1" i="1" dirty="0">
              <a:effectLst>
                <a:outerShdw blurRad="38100" dist="38100" dir="2700000" algn="tl">
                  <a:srgbClr val="000000">
                    <a:alpha val="43137"/>
                  </a:srgbClr>
                </a:outerShdw>
              </a:effectLst>
            </a:endParaRPr>
          </a:p>
        </p:txBody>
      </p:sp>
      <p:pic>
        <p:nvPicPr>
          <p:cNvPr id="10" name="Picture 9" descr="A person standing on a rock with arms outstretched&#10;&#10;AI-generated content may be incorrect.">
            <a:extLst>
              <a:ext uri="{FF2B5EF4-FFF2-40B4-BE49-F238E27FC236}">
                <a16:creationId xmlns:a16="http://schemas.microsoft.com/office/drawing/2014/main" id="{9DCB5F78-999A-C085-76A5-9C612DE89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8716" y="4654659"/>
            <a:ext cx="4412512" cy="2203341"/>
          </a:xfrm>
          <a:prstGeom prst="rect">
            <a:avLst/>
          </a:prstGeom>
        </p:spPr>
      </p:pic>
    </p:spTree>
    <p:extLst>
      <p:ext uri="{BB962C8B-B14F-4D97-AF65-F5344CB8AC3E}">
        <p14:creationId xmlns:p14="http://schemas.microsoft.com/office/powerpoint/2010/main" val="1274098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4873-CD04-A361-0686-EE57998BEEF2}"/>
              </a:ext>
            </a:extLst>
          </p:cNvPr>
          <p:cNvSpPr>
            <a:spLocks noGrp="1"/>
          </p:cNvSpPr>
          <p:nvPr>
            <p:ph type="title"/>
          </p:nvPr>
        </p:nvSpPr>
        <p:spPr/>
        <p:txBody>
          <a:bodyPr>
            <a:normAutofit/>
          </a:bodyPr>
          <a:lstStyle/>
          <a:p>
            <a:pPr algn="ctr"/>
            <a:r>
              <a:rPr lang="en-US" sz="6000" b="1" i="1" u="sng" dirty="0">
                <a:solidFill>
                  <a:schemeClr val="tx1"/>
                </a:solidFill>
              </a:rPr>
              <a:t>closing</a:t>
            </a:r>
            <a:endParaRPr lang="en-US" sz="5400" b="1" i="1" u="sng" dirty="0">
              <a:solidFill>
                <a:schemeClr val="tx1"/>
              </a:solidFill>
            </a:endParaRPr>
          </a:p>
        </p:txBody>
      </p:sp>
      <p:sp>
        <p:nvSpPr>
          <p:cNvPr id="3" name="Content Placeholder 2">
            <a:extLst>
              <a:ext uri="{FF2B5EF4-FFF2-40B4-BE49-F238E27FC236}">
                <a16:creationId xmlns:a16="http://schemas.microsoft.com/office/drawing/2014/main" id="{07124ADC-049F-6DE8-F89F-DDB9B76E1EE5}"/>
              </a:ext>
            </a:extLst>
          </p:cNvPr>
          <p:cNvSpPr>
            <a:spLocks noGrp="1"/>
          </p:cNvSpPr>
          <p:nvPr>
            <p:ph idx="1"/>
          </p:nvPr>
        </p:nvSpPr>
        <p:spPr>
          <a:xfrm>
            <a:off x="677333" y="2160590"/>
            <a:ext cx="8945131" cy="2177494"/>
          </a:xfrm>
        </p:spPr>
        <p:txBody>
          <a:bodyPr>
            <a:normAutofit lnSpcReduction="10000"/>
          </a:bodyPr>
          <a:lstStyle/>
          <a:p>
            <a:pPr algn="just"/>
            <a:r>
              <a:rPr lang="en-US" sz="3000" b="1" i="1" dirty="0"/>
              <a:t>Thank you all for listening to my presentation. I hope you enjoyed and learned something about me. I will keep working hard to improve myself. Once again, thank you for your time and attention.</a:t>
            </a:r>
          </a:p>
        </p:txBody>
      </p:sp>
      <p:pic>
        <p:nvPicPr>
          <p:cNvPr id="7" name="Picture 6" descr="A close-up of a stamp&#10;&#10;AI-generated content may be incorrect.">
            <a:extLst>
              <a:ext uri="{FF2B5EF4-FFF2-40B4-BE49-F238E27FC236}">
                <a16:creationId xmlns:a16="http://schemas.microsoft.com/office/drawing/2014/main" id="{2F42FE9B-D184-B310-9E23-3137AF8962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6107" y="4431487"/>
            <a:ext cx="3208563" cy="2042791"/>
          </a:xfrm>
          <a:prstGeom prst="rect">
            <a:avLst/>
          </a:prstGeom>
        </p:spPr>
      </p:pic>
    </p:spTree>
    <p:extLst>
      <p:ext uri="{BB962C8B-B14F-4D97-AF65-F5344CB8AC3E}">
        <p14:creationId xmlns:p14="http://schemas.microsoft.com/office/powerpoint/2010/main" val="402812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notepad with purple writing on it next to a pen and a plant&#10;&#10;AI-generated content may be incorrect.">
            <a:extLst>
              <a:ext uri="{FF2B5EF4-FFF2-40B4-BE49-F238E27FC236}">
                <a16:creationId xmlns:a16="http://schemas.microsoft.com/office/drawing/2014/main" id="{1B9925BE-3BFD-96E0-2C34-6938424D04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749" y="1775792"/>
            <a:ext cx="7317685" cy="3935896"/>
          </a:xfrm>
          <a:prstGeom prst="rect">
            <a:avLst/>
          </a:prstGeom>
        </p:spPr>
      </p:pic>
    </p:spTree>
    <p:extLst>
      <p:ext uri="{BB962C8B-B14F-4D97-AF65-F5344CB8AC3E}">
        <p14:creationId xmlns:p14="http://schemas.microsoft.com/office/powerpoint/2010/main" val="4142120113"/>
      </p:ext>
    </p:extLst>
  </p:cSld>
  <p:clrMapOvr>
    <a:masterClrMapping/>
  </p:clrMapOvr>
</p:sld>
</file>

<file path=ppt/theme/theme1.xml><?xml version="1.0" encoding="utf-8"?>
<a:theme xmlns:a="http://schemas.openxmlformats.org/drawingml/2006/main" name="Facet">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Presented by AMMAD</Template>
  <TotalTime>1</TotalTime>
  <Words>580</Words>
  <Application>Microsoft Office PowerPoint</Application>
  <PresentationFormat>Widescreen</PresentationFormat>
  <Paragraphs>29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Trebuchet MS</vt:lpstr>
      <vt:lpstr>Wingdings 3</vt:lpstr>
      <vt:lpstr>Facet</vt:lpstr>
      <vt:lpstr>Presented by;</vt:lpstr>
      <vt:lpstr>PowerPoint Presentation</vt:lpstr>
      <vt:lpstr>INTRODUCTION</vt:lpstr>
      <vt:lpstr>Personality Traits </vt:lpstr>
      <vt:lpstr>HOBBIES AND INTERESTS</vt:lpstr>
      <vt:lpstr>PERSONALITY ACHIEVEMENTS</vt:lpstr>
      <vt:lpstr>SKILLS LEARNED IN THIS COURSE</vt:lpstr>
      <vt:lpstr>FAVORITE TOPIC;</vt:lpstr>
      <vt:lpstr>STRENGHTS AND WEAKNESS</vt:lpstr>
      <vt:lpstr>FUTURE GOALS;</vt:lpstr>
      <vt:lpstr>INSPIRATION;</vt:lpstr>
      <vt:lpstr>closing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1</cp:revision>
  <dcterms:created xsi:type="dcterms:W3CDTF">2025-09-27T22:53:04Z</dcterms:created>
  <dcterms:modified xsi:type="dcterms:W3CDTF">2025-09-27T22:54:23Z</dcterms:modified>
</cp:coreProperties>
</file>